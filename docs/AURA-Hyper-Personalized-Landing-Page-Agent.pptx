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191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1917"/>
                </a:solidFill>
                <a:latin typeface="Arial"/>
              </a:rPr>
              <a:t>Cold start on 32,296 new visitors (May–Jun 2025), NDCG@10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Random</c:v>
                  </c:pt>
                  <c:pt idx="1">
                    <c:v>Popularity</c:v>
                  </c:pt>
                  <c:pt idx="2">
                    <c:v>Trending</c:v>
                  </c:pt>
                  <c:pt idx="3">
                    <c:v>Priors</c:v>
                  </c:pt>
                  <c:pt idx="4">
                    <c:v>kNN</c:v>
                  </c:pt>
                  <c:pt idx="5">
                    <c:v>Hybrid blend</c:v>
                  </c:pt>
                  <c:pt idx="6">
                    <c:v>+ demographics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0.015</c:v>
                </c:pt>
                <c:pt idx="1">
                  <c:v>0.182</c:v>
                </c:pt>
                <c:pt idx="2">
                  <c:v>0.168</c:v>
                </c:pt>
                <c:pt idx="3">
                  <c:v>0.208</c:v>
                </c:pt>
                <c:pt idx="4">
                  <c:v>0.223</c:v>
                </c:pt>
                <c:pt idx="5">
                  <c:v>0.224</c:v>
                </c:pt>
                <c:pt idx="6">
                  <c:v>0.225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9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ENGINEERING &amp; SEGMENTATION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&amp; data logic: from 6.6M events to visitor types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6.59M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events, loaded in 2 s (pyarrow)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745k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· 996k sessions (30-min rule)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joined to transaction lines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039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(356 from the data + 3 new) · 6 departments / 41 subcategories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 that mattered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6324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Gender/age vary row-to-row for one visitor (66% / 92% conflict) → per-visitor majority vote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income_group is missing on every row of every purchaser → label leak, excluded from all models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page_view product paths (ITEM377–500) never appear in transactions → only view_item / add_to_cart / purchase carry item signal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bots removed; channel grouped GA4-style (+ an AI-Assistant channel); state → census region → country hierarchy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segments (rules) + 9 personas (K-Means, silhouette 0.29)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632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one-time purchasers · cart abandoners (8.3%) · frequent viewers · window shoppers (39%) · casual browsers · bouncers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on depth, intent, value, 6-department mix, device, channel; auto-named: Direct Cart Hesitators, Womenswear Decisive Buyers, Search-Led Menswear Window Shoppers, Social-Discovered Mobile Quick Glancers…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for a brand-new visitor from first-touch context: 81% accuracy (9 classes, baseline 35%)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merchandising engineered from the data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for 120 never-sold items inferred by kNN vote on the session co-view graph · prices = transaction medians in ₹ · colour, material, sizes from name + photo · each item gets an audience (women / men / unisex) from its real viewer gender mix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are never typed in: 16 observed markdowns (recent price ≥ 7% below reference) + 44 data-driven clearance markdowns (high views, bottom-quartile add-to-cart rate → 20–50% off) → department "up to X% off" ranges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campaign creatives rendered from the catalog's own photos with targeting metadata (department, stage, season, channel, age) so the agent can select hero images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Hyper-Personalized Landing Page Generator Agent · NetElixir AIgnition 2.0 · K. Rohit &amp; C. Namish · 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LANDING PAGE AGENT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composes the page, not just a 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465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→ device · UTM/referrer → channel · timezone → state · hour → daypart &amp; season · profile &amp; history if signed 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465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scores for all 359 items · persona · department affinity · intent stage (discover / explore / buy now) from cart &amp; purchase propensity (AUC 0.85 / 0.82)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0449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template per stage &amp; device; a Thompson-sampling bandit re-orders modules from live clicks (offline order = prior)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2761488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0449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creatives scored by department, stage, season, channel, age · offer strip · category grid · Picked for you · For her/him · Trending in {state} · similar shoppers · bundles (co-purchase lift) · deals · stage CTA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014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43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has a reason &amp; strategy, every product a why; the drawer shows level, context, persona, intent gauge, affinities, back-off path, timed trace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51960" y="4059936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014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3434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impressions/clicks → persisted log → 90/10 A/B (agent vs popularity control) + bandit; visible on /insights</a:t>
            </a:r>
            <a:endParaRPr lang="en-US" sz="950" dirty="0"/>
          </a:p>
        </p:txBody>
      </p:sp>
      <p:pic>
        <p:nvPicPr>
          <p:cNvPr id="28" name="Image 0" descr="E:/HPLPGA/docs/image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371600"/>
            <a:ext cx="1691640" cy="365760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10012680" y="1371600"/>
            <a:ext cx="1691640" cy="2194560"/>
          </a:xfrm>
          <a:prstGeom prst="roundRect">
            <a:avLst>
              <a:gd name="adj" fmla="val 6486"/>
            </a:avLst>
          </a:prstGeom>
          <a:solidFill>
            <a:srgbClr val="FDE7EC"/>
          </a:solidFill>
          <a:ln w="12700">
            <a:solidFill>
              <a:srgbClr val="FDE7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195560" y="1508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195560" y="1828800"/>
            <a:ext cx="1325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anonymous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context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declared (quiz / onboarding)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in-session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returning customer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0012680" y="3703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195560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0195560" y="4160520"/>
            <a:ext cx="1325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sign-in (email, Google, Apple)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coupons, bank offer, points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checkout: UPI, cards, COD; orders &amp; returns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Claude hero copy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669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element on the page is chosen for this visitor and can explain itself.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Hyper-Personalized Landing Page Generator Agent · NetElixir AIgnition 2.0 · K. Rohit &amp; C. Namish · 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COLD-START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start: back-off priors + similar visitors + LightGBM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 = Σ w·component (weights tuned on a validation month)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back-off priors — P(item | cell) over 7 hierarchical chains (channel×device×state→region, pure location, time, landing, season, gender×age, gender×geo) with Dirichlet smoothing; sparse cells borrow from their parent. Location chain 0.61, gender×geo 1.0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similar visitors — MI-weighted context, K=600 of 150k recent visitors, gender ×3 when declared (weight 0.79)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(HP search, demographic dropout) — department, persona, cart &amp; purchase propensity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item mix · trend · popularity; in-session: co-view + next-item transitions (+144.6%)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ladder for a visitor we know nothing about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UTM, no geo → global &amp; time-decayed trends (L0)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source / state / hour / landing page / season → priors + kNN + LightGBM (L1)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style quiz or onboarding → declared gender, age, interest; hero leads with the declared department, hard-filtered “For her / For him” edit (L2)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click → item graph takes over (L3); sign-in → own history &amp; orders (L4)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217920" y="137160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217920" y="4572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+23.8%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5193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popularity (95% CI 22.5–25.3)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4572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−8.0%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5193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if geography removed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5486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/ 10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6108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 change when the region changes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961120" y="5486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+5.9%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6108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for women once gender is declared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Hyper-Personalized Landing Page Generator Agent · NetElixir AIgnition 2.0 · K. Rohit &amp; C. Namish · 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DATA ARCHITECTURE / ML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evaluation: decided on held-out months</a:t>
            </a:r>
            <a:endParaRPr lang="en-US" sz="3000" dirty="0"/>
          </a:p>
        </p:txBody>
      </p:sp>
      <p:pic>
        <p:nvPicPr>
          <p:cNvPr id="4" name="Image 0" descr="E:/HPLPGA/docs/imag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2940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32588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43800" y="1463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protocol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1783080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data &lt; 1 May 2025 → test on 32,296 visitors first seen 1 May – 8 Jun (no history); truth = everything they viewed, carted, bought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tuned on April; second fold (Mar → Apr) confirms +19.8%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NDCG, HitRate, Recall, coverage @10 with bootstrap CIs, ablations, sensitivity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60920" y="3337560"/>
            <a:ext cx="4251960" cy="1965960"/>
          </a:xfrm>
          <a:prstGeom prst="roundRect">
            <a:avLst>
              <a:gd name="adj" fmla="val 5581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34747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rejected (and we report it)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3794760"/>
            <a:ext cx="3886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LambdaRank reranker: won Mar→Apr (0.245 vs 0.241) but lost May–Jun (0.216 vs 0.225) → not served; its top feature, the raw state, doesn't transfer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gender filter: women's NDCG 0.240 → 0.136 → served as a soft 0.3 nudge (−1% on validation) + hero &amp; 'For her / For him' row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from context ≈ baseline (54%) → switch to behaviour at the first click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54406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5577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pandas/pyarrow · scikit-learn · LightGBM · FastAPI · SQLAlchemy (SQLite / Neon Postgres) · Next.js 15 · Clerk · Docker · 30 pytest tests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54406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F8F7F6"/>
          </a:solidFill>
          <a:ln w="12700">
            <a:solidFill>
              <a:srgbClr val="F8F7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5577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5897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impression/click log · 90/10 A/B vs popularity control · Thompson-sampling bandit over module order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38160" y="544068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FDE7EC"/>
          </a:solidFill>
          <a:ln w="12700">
            <a:solidFill>
              <a:srgbClr val="FDE7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viewed item → NDCG 0.449, HitRate 0.79 (+144.6% vs popularity)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Hyper-Personalized Landing Page Generator Agent · NetElixir AIgnition 2.0 · K. Rohit &amp; C. Namish · 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UI DEMONSTRATION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deployable store whose home page explains itself</a:t>
            </a:r>
            <a:endParaRPr lang="en-US" sz="3000" dirty="0"/>
          </a:p>
        </p:txBody>
      </p:sp>
      <p:pic>
        <p:nvPicPr>
          <p:cNvPr id="4" name="Image 0" descr="E:/HPLPGA/docs/image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5433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83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home page: agent-selected creative, ₹ offer strip, "Why this page?" drawer; every module chosen for this visitor</a:t>
            </a:r>
            <a:endParaRPr lang="en-US" sz="950" dirty="0"/>
          </a:p>
        </p:txBody>
      </p:sp>
      <p:pic>
        <p:nvPicPr>
          <p:cNvPr id="6" name="Image 1" descr="E:/HPLPGA/docs/images/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560320" cy="1600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Lab: presets, A/B compare, gender &amp; location check</a:t>
            </a:r>
            <a:endParaRPr lang="en-US" sz="900" dirty="0"/>
          </a:p>
        </p:txBody>
      </p:sp>
      <p:pic>
        <p:nvPicPr>
          <p:cNvPr id="8" name="Image 2" descr="E:/HPLPGA/docs/images/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371600"/>
            <a:ext cx="2560320" cy="1600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09828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pipeline, evaluation, ablations, live experiment</a:t>
            </a:r>
            <a:endParaRPr lang="en-US" sz="900" dirty="0"/>
          </a:p>
        </p:txBody>
      </p:sp>
      <p:pic>
        <p:nvPicPr>
          <p:cNvPr id="10" name="Image 3" descr="E:/HPLPGA/docs/images/produ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2560320" cy="16002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00800" y="5303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page: sizes, ₹ price, real social proof, PIN-code delivery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9098280" y="365760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DE7EC"/>
          </a:solidFill>
          <a:ln w="12700">
            <a:solidFill>
              <a:srgbClr val="FDE7EC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28116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9281160" y="41148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?utm_source=Facebook&amp;utm_medium=PaidSocial&amp;region=California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/lab · /insights · /sign-up (Clerk) → /welcome → order → back to / (Level 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Vercel + Render + Neon (docs/DEPLOY.md)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· Hyper-Personalized Landing Page Generator Agent · NetElixir AIgnition 2.0 · K. Rohit &amp; C. Namish · 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2026-10-03T18:51:26Z</dcterms:created>
  <dcterms:modified xsi:type="dcterms:W3CDTF">2026-10-03T18:51:26Z</dcterms:modified>
</cp:coreProperties>
</file>